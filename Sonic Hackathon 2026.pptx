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01" r:id="rId3"/>
    <p:sldId id="292" r:id="rId4"/>
    <p:sldId id="295" r:id="rId5"/>
    <p:sldId id="296" r:id="rId6"/>
    <p:sldId id="297" r:id="rId7"/>
    <p:sldId id="298" r:id="rId8"/>
    <p:sldId id="299" r:id="rId9"/>
    <p:sldId id="300" r:id="rId10"/>
    <p:sldId id="28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FZLanTingHei-M-GBK"/>
      </a:defRPr>
    </a:lvl1pPr>
    <a:lvl2pPr marL="0" marR="0" indent="4572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FZLanTingHei-M-GBK"/>
      </a:defRPr>
    </a:lvl2pPr>
    <a:lvl3pPr marL="0" marR="0" indent="9144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FZLanTingHei-M-GBK"/>
      </a:defRPr>
    </a:lvl3pPr>
    <a:lvl4pPr marL="0" marR="0" indent="13716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FZLanTingHei-M-GBK"/>
      </a:defRPr>
    </a:lvl4pPr>
    <a:lvl5pPr marL="0" marR="0" indent="18288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FZLanTingHei-M-GBK"/>
      </a:defRPr>
    </a:lvl5pPr>
    <a:lvl6pPr marL="0" marR="0" indent="22860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FZLanTingHei-M-GBK"/>
      </a:defRPr>
    </a:lvl6pPr>
    <a:lvl7pPr marL="0" marR="0" indent="27432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FZLanTingHei-M-GBK"/>
      </a:defRPr>
    </a:lvl7pPr>
    <a:lvl8pPr marL="0" marR="0" indent="32004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FZLanTingHei-M-GBK"/>
      </a:defRPr>
    </a:lvl8pPr>
    <a:lvl9pPr marL="0" marR="0" indent="36576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FZLanTingHei-M-GB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古 千" initials="古千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6"/>
    <p:restoredTop sz="94719"/>
  </p:normalViewPr>
  <p:slideViewPr>
    <p:cSldViewPr snapToGrid="0">
      <p:cViewPr varScale="1">
        <p:scale>
          <a:sx n="52" d="100"/>
          <a:sy n="52" d="100"/>
        </p:scale>
        <p:origin x="13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9-27T00:11:04.454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FZLanTingHei-M-GBK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FZLanTingHei-M-GBK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FZLanTingHei-M-GBK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FZLanTingHei-M-GBK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FZLanTingHei-M-GBK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FZLanTingHei-M-GBK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FZLanTingHei-M-GBK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FZLanTingHei-M-GBK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FZLanTingHei-M-GBK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页-空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3.pdf" descr="image3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58819"/>
            <a:ext cx="1881628" cy="41071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页-浅色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3.png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6" name="image3.pdf" descr="image3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58819"/>
            <a:ext cx="1881628" cy="41071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封底.jpg" descr="封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208" y="6513159"/>
            <a:ext cx="10885584" cy="68968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 showMasterSp="0">
  <p:cSld name="1_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封底.jpg" descr="封底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1.png"/><Relationship Id="rId6" Type="http://schemas.openxmlformats.org/officeDocument/2006/relationships/image" Target="../media/image5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封面.jpg" descr="封面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image3.pdf" descr="image3.pd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9200" y="911219"/>
            <a:ext cx="2463465" cy="53771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10477500" cy="14351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5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10477500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89298" y="13087298"/>
            <a:ext cx="392907" cy="3683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0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9pPr>
    </p:titleStyle>
    <p:bodyStyle>
      <a:lvl1pPr marL="609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1pPr>
      <a:lvl2pPr marL="1219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2pPr>
      <a:lvl3pPr marL="1828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3pPr>
      <a:lvl4pPr marL="2438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4pPr>
      <a:lvl5pPr marL="30480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5pPr>
      <a:lvl6pPr marL="3657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6pPr>
      <a:lvl7pPr marL="4267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7pPr>
      <a:lvl8pPr marL="4876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8pPr>
      <a:lvl9pPr marL="5486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FZLanTingHei-M-GBK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LanTingHei-M-GB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LanTingHei-M-GB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LanTingHei-M-GB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LanTingHei-M-GB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LanTingHei-M-GB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LanTingHei-M-GB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LanTingHei-M-GB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LanTingHei-M-GB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FZLanTingHei-M-GB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模版主标题-方正兰亭粗黑68磅"/>
          <p:cNvSpPr txBox="1"/>
          <p:nvPr/>
        </p:nvSpPr>
        <p:spPr>
          <a:xfrm>
            <a:off x="6944674" y="4582189"/>
            <a:ext cx="10494645" cy="124015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defTabSz="825500">
              <a:defRPr sz="7400">
                <a:solidFill>
                  <a:srgbClr val="000000"/>
                </a:solidFill>
                <a:latin typeface="FZLanTingHei-B-GBK"/>
                <a:ea typeface="FZLanTingHei-B-GBK"/>
                <a:cs typeface="FZLanTingHei-B-GBK"/>
                <a:sym typeface="FZLanTingHei-B-GBK"/>
              </a:defRPr>
            </a:lvl1pPr>
          </a:lstStyle>
          <a:p>
            <a:r>
              <a:rPr lang="en-GB" altLang="zh-CN" b="1" dirty="0" err="1">
                <a:latin typeface="Segoe UI" charset="0"/>
                <a:ea typeface="Segoe UI" charset="0"/>
                <a:cs typeface="Segoe UI" charset="0"/>
              </a:rPr>
              <a:t>SONiC</a:t>
            </a:r>
            <a:r>
              <a:rPr lang="en-GB" altLang="zh-CN" b="1" dirty="0">
                <a:latin typeface="Segoe UI" charset="0"/>
                <a:ea typeface="Segoe UI" charset="0"/>
                <a:cs typeface="Segoe UI" charset="0"/>
              </a:rPr>
              <a:t> Hackath</a:t>
            </a:r>
            <a:r>
              <a:rPr lang="en-US" altLang="zh-CN" b="1" dirty="0">
                <a:latin typeface="Segoe UI" charset="0"/>
                <a:ea typeface="Segoe UI" charset="0"/>
                <a:cs typeface="Segoe UI" charset="0"/>
              </a:rPr>
              <a:t>o</a:t>
            </a:r>
            <a:r>
              <a:rPr lang="en-GB" altLang="zh-CN" b="1" dirty="0">
                <a:latin typeface="Segoe UI" charset="0"/>
                <a:ea typeface="Segoe UI" charset="0"/>
                <a:cs typeface="Segoe UI" charset="0"/>
              </a:rPr>
              <a:t>n 202</a:t>
            </a:r>
            <a:r>
              <a:rPr lang="en-US" altLang="zh-CN" b="1" dirty="0">
                <a:latin typeface="Segoe UI" charset="0"/>
                <a:ea typeface="Segoe UI" charset="0"/>
                <a:cs typeface="Segoe UI" charset="0"/>
              </a:rPr>
              <a:t>6</a:t>
            </a:r>
            <a:endParaRPr lang="en-GB" altLang="zh-CN" b="1" dirty="0">
              <a:latin typeface="Segoe UI" charset="0"/>
              <a:ea typeface="Segoe UI" charset="0"/>
              <a:cs typeface="Segoe UI" charset="0"/>
            </a:endParaRPr>
          </a:p>
        </p:txBody>
      </p:sp>
      <p:sp>
        <p:nvSpPr>
          <p:cNvPr id="113" name="副标题-方正兰亭准黑36磅 | 内容描述"/>
          <p:cNvSpPr txBox="1"/>
          <p:nvPr/>
        </p:nvSpPr>
        <p:spPr>
          <a:xfrm>
            <a:off x="1777246" y="6340994"/>
            <a:ext cx="20927535" cy="102489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defTabSz="2438400">
              <a:defRPr sz="4000"/>
            </a:lvl1pPr>
          </a:lstStyle>
          <a:p>
            <a:pPr algn="ctr"/>
            <a:r>
              <a:rPr lang="en-US" sz="6000" b="1">
                <a:solidFill>
                  <a:srgbClr val="18202F"/>
                </a:solidFill>
                <a:latin typeface="微软雅黑" charset="0"/>
                <a:ea typeface="微软雅黑" charset="0"/>
                <a:cs typeface="微软雅黑" charset="0"/>
              </a:rPr>
              <a:t>Migrating sonic-buildimageto Bazel</a:t>
            </a:r>
            <a:endParaRPr lang="en-US" altLang="zh-CN" sz="6000" b="1" dirty="0">
              <a:solidFill>
                <a:srgbClr val="18202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4" name="演讲人"/>
          <p:cNvSpPr txBox="1"/>
          <p:nvPr/>
        </p:nvSpPr>
        <p:spPr>
          <a:xfrm>
            <a:off x="10585128" y="8962644"/>
            <a:ext cx="3213735" cy="84010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defTabSz="2438400">
              <a:defRPr sz="5400" spc="1350">
                <a:solidFill>
                  <a:srgbClr val="000000"/>
                </a:solidFill>
                <a:latin typeface="FZLanTingHei-B-GBK"/>
                <a:ea typeface="FZLanTingHei-B-GBK"/>
                <a:cs typeface="FZLanTingHei-B-GBK"/>
                <a:sym typeface="FZLanTingHei-B-GBK"/>
              </a:defRPr>
            </a:pPr>
            <a:r>
              <a:rPr lang="en-US" altLang="zh-CN" sz="4800" b="1" spc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Speaker: </a:t>
            </a:r>
            <a:endParaRPr lang="en-GB" altLang="zh-CN" sz="4800" b="1" spc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部门描述或职位描述"/>
          <p:cNvSpPr txBox="1"/>
          <p:nvPr/>
        </p:nvSpPr>
        <p:spPr>
          <a:xfrm>
            <a:off x="6095365" y="10094901"/>
            <a:ext cx="13188436" cy="133223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noAutofit/>
          </a:bodyPr>
          <a:lstStyle>
            <a:lvl1pPr defTabSz="2438400">
              <a:defRPr sz="3200" spc="158"/>
            </a:lvl1pPr>
          </a:lstStyle>
          <a:p>
            <a:pPr algn="l"/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	Zhongfan</a:t>
            </a:r>
            <a:r>
              <a:rPr lang="en-GB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</a:t>
            </a:r>
            <a:r>
              <a:rPr lang="en-GB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Alibaba Cloud      		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Zhichao Xu</a:t>
            </a: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Alibaba Cloud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2024/00/00"/>
          <p:cNvSpPr txBox="1"/>
          <p:nvPr/>
        </p:nvSpPr>
        <p:spPr>
          <a:xfrm>
            <a:off x="10687004" y="12128561"/>
            <a:ext cx="2444115" cy="59372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defTabSz="2438400">
              <a:defRPr sz="3000" spc="298">
                <a:latin typeface="Univers LT Std 55 Roman"/>
                <a:ea typeface="Univers LT Std 55 Roman"/>
                <a:cs typeface="Univers LT Std 55 Roman"/>
                <a:sym typeface="Univers LT Std 55 Roman"/>
              </a:defRPr>
            </a:lvl1pPr>
          </a:lstStyle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 1, 2026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BBAAD9C20180234D78A0072836F0B34062B9B205193BFBD0ACD98F3BB1E42B812B44B738B16D7B0822192508984671EB5FE921DAC1D0AB111BBFC203791E3FDC24F467AD9321E9C734CB286763524D512A43E5737CD93533A80CA19548C45C78D8E622924E3</a:t>
            </a:r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BBAAD9C20180234D78A0072836F0B34062B9B205193BFBD0ACD98F3BB1E42B812B44B738B16D7B0822192508984671EB5FE921DAC1D0AB111BBFC203791E3FDC24F467AD9321E9C734CB286763524D512A43E5737CD93533A80CA19548C45C78D8E622924E3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请填写大标题-方正兰亭粗黑60磅-限制一行"/>
          <p:cNvSpPr txBox="1"/>
          <p:nvPr/>
        </p:nvSpPr>
        <p:spPr>
          <a:xfrm>
            <a:off x="2974092" y="343930"/>
            <a:ext cx="8285923" cy="1025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50800" tIns="50800" rIns="50800" bIns="50800" numCol="1" anchor="ctr">
            <a:spAutoFit/>
          </a:bodyPr>
          <a:lstStyle>
            <a:lvl1pPr defTabSz="825500"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  <a:sym typeface="FZLanTingHei-B-GBK"/>
              </a:defRPr>
            </a:lvl1pPr>
          </a:lstStyle>
          <a:p>
            <a:r>
              <a:rPr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Problem Background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 userDrawn="1"/>
        </p:nvSpPr>
        <p:spPr>
          <a:xfrm>
            <a:off x="22106691" y="9469000"/>
            <a:ext cx="271145" cy="4705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2438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FZLanTingHei-M-GBK"/>
              </a:rPr>
              <a:t>a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FZLanTingHei-M-GBK"/>
            </a:endParaRPr>
          </a:p>
        </p:txBody>
      </p:sp>
      <p:pic>
        <p:nvPicPr>
          <p:cNvPr id="8" name="图片 7" descr="upload_post_object_v2_28918023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62125"/>
            <a:ext cx="24384000" cy="1019175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BBAAD9C20180234D78A0072836F0B34062B9B205193BFBD0ACD98F3BB1E42B812B44B738B16D7B0822192508984671EB5FE921DAC1D0AB111BBFC203791E3FDC24F467AD9321E9C734CB286763524D512A43E5737CD93533A80CA19548C45C78D8E622924E3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请填写大标题-方正兰亭粗黑60磅-限制一行"/>
          <p:cNvSpPr txBox="1"/>
          <p:nvPr/>
        </p:nvSpPr>
        <p:spPr>
          <a:xfrm>
            <a:off x="3217378" y="475511"/>
            <a:ext cx="4065905" cy="10248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50800" tIns="50800" rIns="50800" bIns="50800" numCol="1" anchor="ctr">
            <a:spAutoFit/>
          </a:bodyPr>
          <a:lstStyle>
            <a:lvl1pPr defTabSz="825500"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  <a:sym typeface="FZLanTingHei-B-GBK"/>
              </a:defRPr>
            </a:lvl1pPr>
          </a:lstStyle>
          <a:p>
            <a:r>
              <a:rPr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Approach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upload_post_object_v2_15128816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04950"/>
            <a:ext cx="24384000" cy="107061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BBAAD9C20180234D78A0072836F0B34062B9B205193BFBD0ACD98F3BB1E42B812B44B738B16D7B0822192508984671EB5FE921DAC1D0AB111BBFC203791E3FDC24F467AD9321E9C734CB286763524D512A43E5737CD93533A80CA19548C45C78D8E622924E3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请填写大标题-方正兰亭粗黑60磅-限制一行"/>
          <p:cNvSpPr txBox="1"/>
          <p:nvPr/>
        </p:nvSpPr>
        <p:spPr>
          <a:xfrm>
            <a:off x="3368802" y="387581"/>
            <a:ext cx="6967220" cy="10248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50800" tIns="50800" rIns="50800" bIns="50800" numCol="1" anchor="ctr">
            <a:spAutoFit/>
          </a:bodyPr>
          <a:lstStyle>
            <a:lvl1pPr defTabSz="825500"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  <a:sym typeface="FZLanTingHei-B-GBK"/>
              </a:defRPr>
            </a:lvl1pPr>
          </a:lstStyle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Leaf</a:t>
            </a:r>
            <a:r>
              <a:rPr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Component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upload_post_object_v2_24319539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90687"/>
            <a:ext cx="24384000" cy="103346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BBAAD9C20180234D78A0072836F0B34062B9B205193BFBD0ACD98F3BB1E42B812B44B738B16D7B0822192508984671EB5FE921DAC1D0AB111BBFC203791E3FDC24F467AD9321E9C734CB286763524D512A43E5737CD93533A80CA19548C45C78D8E622924E3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请填写大标题-方正兰亭粗黑60磅-限制一行"/>
          <p:cNvSpPr txBox="1"/>
          <p:nvPr/>
        </p:nvSpPr>
        <p:spPr>
          <a:xfrm>
            <a:off x="2886044" y="422749"/>
            <a:ext cx="1671955" cy="10248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50800" tIns="50800" rIns="50800" bIns="50800" numCol="1" anchor="ctr">
            <a:spAutoFit/>
          </a:bodyPr>
          <a:lstStyle>
            <a:lvl1pPr defTabSz="825500"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  <a:sym typeface="FZLanTingHei-B-GBK"/>
              </a:defRPr>
            </a:lvl1pPr>
          </a:lstStyle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upload_post_object_v2_10477892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76387"/>
            <a:ext cx="24384000" cy="105632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BBAAD9C20180234D78A0072836F0B34062B9B205193BFBD0ACD98F3BB1E42B812B44B738B16D7B0822192508984671EB5FE921DAC1D0AB111BBFC203791E3FDC24F467AD9321E9C734CB286763524D512A43E5737CD93533A80CA19548C45C78D8E622924E3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请填写大标题-方正兰亭粗黑60磅-限制一行"/>
          <p:cNvSpPr txBox="1"/>
          <p:nvPr/>
        </p:nvSpPr>
        <p:spPr>
          <a:xfrm>
            <a:off x="2886044" y="422749"/>
            <a:ext cx="6882765" cy="10248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50800" tIns="50800" rIns="50800" bIns="50800" numCol="1" anchor="ctr">
            <a:spAutoFit/>
          </a:bodyPr>
          <a:lstStyle>
            <a:lvl1pPr defTabSz="825500"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  <a:sym typeface="FZLanTingHei-B-GBK"/>
              </a:defRPr>
            </a:lvl1pPr>
          </a:lstStyle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Container</a:t>
            </a:r>
            <a:r>
              <a:rPr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Image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upload_post_object_v2_27576107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28887"/>
            <a:ext cx="24384000" cy="86582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BBAAD9C20180234D78A0072836F0B34062B9B205193BFBD0ACD98F3BB1E42B812B44B738B16D7B0822192508984671EB5FE921DAC1D0AB111BBFC203791E3FDC24F467AD9321E9C734CB286763524D512A43E5737CD93533A80CA19548C45C78D8E622924E3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请填写大标题-方正兰亭粗黑60磅-限制一行"/>
          <p:cNvSpPr txBox="1"/>
          <p:nvPr/>
        </p:nvSpPr>
        <p:spPr>
          <a:xfrm>
            <a:off x="2886044" y="422749"/>
            <a:ext cx="1671955" cy="10248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50800" tIns="50800" rIns="50800" bIns="50800" numCol="1" anchor="ctr">
            <a:spAutoFit/>
          </a:bodyPr>
          <a:lstStyle>
            <a:lvl1pPr defTabSz="825500"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  <a:sym typeface="FZLanTingHei-B-GBK"/>
              </a:defRPr>
            </a:lvl1pPr>
          </a:lstStyle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skill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upload_post_object_v2_23329387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33537"/>
            <a:ext cx="24384000" cy="1044892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BBAAD9C20180234D78A0072836F0B34062B9B205193BFBD0ACD98F3BB1E42B812B44B738B16D7B0822192508984671EB5FE921DAC1D0AB111BBFC203791E3FDC24F467AD9321E9C734CB286763524D512A43E5737CD93533A80CA19548C45C78D8E622924E3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请填写大标题-方正兰亭粗黑60磅-限制一行"/>
          <p:cNvSpPr txBox="1"/>
          <p:nvPr/>
        </p:nvSpPr>
        <p:spPr>
          <a:xfrm>
            <a:off x="2886044" y="422749"/>
            <a:ext cx="4925695" cy="102489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none" lIns="50800" tIns="50800" rIns="50800" bIns="50800" numCol="1" anchor="ctr">
            <a:spAutoFit/>
          </a:bodyPr>
          <a:lstStyle>
            <a:lvl1pPr defTabSz="825500">
              <a:defRPr sz="6000">
                <a:solidFill>
                  <a:srgbClr val="0033CC"/>
                </a:solidFill>
                <a:latin typeface="FZLanTingHei-B-GBK"/>
                <a:ea typeface="FZLanTingHei-B-GBK"/>
                <a:cs typeface="FZLanTingHei-B-GBK"/>
                <a:sym typeface="FZLanTingHei-B-GBK"/>
              </a:defRPr>
            </a:lvl1pPr>
          </a:lstStyle>
          <a:p>
            <a:pPr algn="l"/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</a:t>
            </a:r>
            <a:r>
              <a:rPr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Time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GB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BBAAD9C20180234D78A0072836F0B34062B9B205193BFBD0ACD98F3BB1E42B812B44B738B16D7B0822192508984671EB5FE921DAC1D0AB111BBFC203791E3FDC24F467AD9321E9C734CB286763524D512A43E5737CD93533A80CA19548C45C78D8E622924E3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PPT模版主标题-方正兰亭粗黑68磅"/>
          <p:cNvSpPr txBox="1"/>
          <p:nvPr/>
        </p:nvSpPr>
        <p:spPr>
          <a:xfrm>
            <a:off x="5975554" y="6191151"/>
            <a:ext cx="12432891" cy="133369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defTabSz="825500">
              <a:defRPr sz="7400">
                <a:solidFill>
                  <a:srgbClr val="000000"/>
                </a:solidFill>
                <a:latin typeface="FZLanTingHei-B-GBK"/>
                <a:ea typeface="FZLanTingHei-B-GBK"/>
                <a:cs typeface="FZLanTingHei-B-GBK"/>
                <a:sym typeface="FZLanTingHei-B-GBK"/>
              </a:defRPr>
            </a:lvl1pPr>
          </a:lstStyle>
          <a:p>
            <a:r>
              <a:rPr lang="en-GB" altLang="zh-CN" sz="8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Thank You for Listening</a:t>
            </a:r>
            <a:endParaRPr lang="en-GB" altLang="zh-CN" sz="8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005E00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FZLanTingHei-M-GBK"/>
        <a:ea typeface="FZLanTingHei-M-GBK"/>
        <a:cs typeface="FZLanTingHei-M-GBK"/>
      </a:majorFont>
      <a:minorFont>
        <a:latin typeface="FZLanTingHei-M-GBK"/>
        <a:ea typeface="FZLanTingHei-M-GBK"/>
        <a:cs typeface="FZLanTingHei-M-GBK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FZLanTingHei-M-GB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FZLanTingHei-M-GB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FZLanTingHei-M-GBK"/>
        <a:ea typeface="FZLanTingHei-M-GBK"/>
        <a:cs typeface="FZLanTingHei-M-GBK"/>
      </a:majorFont>
      <a:minorFont>
        <a:latin typeface="FZLanTingHei-M-GBK"/>
        <a:ea typeface="FZLanTingHei-M-GBK"/>
        <a:cs typeface="FZLanTingHei-M-GBK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FZLanTingHei-M-GB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FZLanTingHei-M-GB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2087</Words>
  <Application>WPS Office WWO_dingtalk_20240221035043-c523bba0e7</Application>
  <PresentationFormat>自定义</PresentationFormat>
  <Paragraphs>46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FZLanTingHei-M-GBK</vt:lpstr>
      <vt:lpstr>FZLanTingHei-B-GBK</vt:lpstr>
      <vt:lpstr>微软雅黑</vt:lpstr>
      <vt:lpstr>汉仪旗黑KW 55S</vt:lpstr>
      <vt:lpstr>Times New Roman</vt:lpstr>
      <vt:lpstr>Univers LT Std 55 Roman</vt:lpstr>
      <vt:lpstr>汉仪书宋二KW</vt:lpstr>
      <vt:lpstr>Kingsoft Confetti</vt:lpstr>
      <vt:lpstr>Segoe UI</vt:lpstr>
      <vt:lpstr>FZLanTingHei-M-GBK</vt:lpstr>
      <vt:lpstr>微软雅黑</vt:lpstr>
      <vt:lpstr>21_BasicWhite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千古</cp:lastModifiedBy>
  <dcterms:created xsi:type="dcterms:W3CDTF">2026-09-02T09:32:24Z</dcterms:created>
  <dcterms:modified xsi:type="dcterms:W3CDTF">2026-09-02T09:32:24Z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BBAAD9C20180234D78A0072836F0B34062B9B205193BFBD0ACD98F3BB1E42B812B44B738B16D7B0822192508984671EB5FE921DAC1D0AB111BBFC203791E3FDC24F467AD9321E9C734CB286763524D512A43E5737CD93533A80CA19548C45C78D8E622924E3</vt:lpwstr>
  </property>
  <property fmtid="{D5CDD505-2E9C-101B-9397-08002B2CF9AE}" pid="3" name="ICV">
    <vt:lpwstr>0DDE1B8B47AD4E0698609ED9A52A1895_12</vt:lpwstr>
  </property>
  <property fmtid="{D5CDD505-2E9C-101B-9397-08002B2CF9AE}" pid="4" name="KSOProductBuildVer">
    <vt:lpwstr>2052-0.0.0.0</vt:lpwstr>
  </property>
</Properties>
</file>