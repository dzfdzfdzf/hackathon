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 snapToObjects="1">
      <p:cViewPr varScale="1">
        <p:scale>
          <a:sx n="120" d="100"/>
          <a:sy n="120" d="100"/>
        </p:scale>
        <p:origin x="28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2084831"/>
            <a:ext cx="106737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SONiC Build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542032"/>
            <a:ext cx="10673791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dirty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Migrating sonic-</a:t>
            </a:r>
            <a:r>
              <a:rPr sz="4400" b="1" dirty="0" err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buildimage</a:t>
            </a:r>
            <a:r>
              <a:rPr sz="4400" b="1" dirty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 to Bazel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3749039"/>
            <a:ext cx="1828800" cy="330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4041648"/>
            <a:ext cx="1067379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From Make to Bazel — reproducible, cacheable, verifiable full-image builds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One command produces the complete sonic-vs.bin installer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5897880"/>
            <a:ext cx="106737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457200"/>
            <a:ext cx="10673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749808"/>
            <a:ext cx="106737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What this talk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1207008"/>
            <a:ext cx="10673791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58952" y="1463040"/>
            <a:ext cx="10673791" cy="62179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2763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164592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Why migrate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9472" y="1664208"/>
            <a:ext cx="63303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Structural problems with the Make build, and what Bazel gives us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" y="2231136"/>
            <a:ext cx="10673791" cy="62179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395728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2414016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Migration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9472" y="2432304"/>
            <a:ext cx="63303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Full-image build, coverage, cache gains, equivalence checks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2999232"/>
            <a:ext cx="10673791" cy="62179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16382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3182112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Leaf component migration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3200400"/>
            <a:ext cx="63303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Four migration paths + skill: bazel-migrate-leaf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" y="3767328"/>
            <a:ext cx="10673791" cy="62179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93192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50208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Container image migration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2" y="3968496"/>
            <a:ext cx="63303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Dockerfile rule mapping + skill: bazel-migrate-image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" y="4535424"/>
            <a:ext cx="10673791" cy="62179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4700016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4718304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Unit test migration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9472" y="4736592"/>
            <a:ext cx="63303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Running tests in the sandbox + skill: bazel-migrate-ut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5303520"/>
            <a:ext cx="10673791" cy="62179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546811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7632" y="548640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9472" y="5504688"/>
            <a:ext cx="63303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What is closed, and what comes next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40135" y="6382512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457200"/>
            <a:ext cx="10673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01 · Why migrate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749808"/>
            <a:ext cx="106737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The problem with Make is not speed, it is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261872"/>
            <a:ext cx="106737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Same sources, a different machine or a different order, and the output may differ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627632"/>
            <a:ext cx="10673791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58952" y="1847088"/>
            <a:ext cx="5172303" cy="402336"/>
          </a:xfrm>
          <a:prstGeom prst="rect">
            <a:avLst/>
          </a:prstGeom>
          <a:solidFill>
            <a:srgbClr val="18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Make side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0439" y="1847088"/>
            <a:ext cx="5172303" cy="4023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Bazel side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359152"/>
            <a:ext cx="5172303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Dependencies rest on convention and ordering; a missing declaration still builds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0439" y="2359152"/>
            <a:ext cx="5172303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The dependency graph is explicit; one missing input fails the build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3264408"/>
            <a:ext cx="5172303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A one-line change triggers a wide rebuild; cache granularity is a whole package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0439" y="3264408"/>
            <a:ext cx="5172303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Action-level incrementality, and remote cache hits are reused across machines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4169664"/>
            <a:ext cx="5172303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The result depends on what happens to be installed on the machine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0439" y="4169664"/>
            <a:ext cx="5172303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Sandboxed execution: fixed inputs produce fixed 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5074920"/>
            <a:ext cx="5172303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Whether an artifact is correct is checked by hand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0439" y="5074920"/>
            <a:ext cx="5172303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Artifacts are compared against Make item by item; every diff must be explained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6016752"/>
            <a:ext cx="106737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Goal: </a:t>
            </a:r>
            <a:r>
              <a:rPr sz="150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the full sonic-vs.bin image is produced entirely by Bazel, with no remaining Make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40135" y="6382512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457200"/>
            <a:ext cx="10673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02 · Migration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749808"/>
            <a:ext cx="106737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The full-image build is closed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261872"/>
            <a:ext cx="106737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From sources to an installable image, in one command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627632"/>
            <a:ext cx="10673791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1828800"/>
            <a:ext cx="10673791" cy="749808"/>
          </a:xfrm>
          <a:prstGeom prst="roundRect">
            <a:avLst>
              <a:gd name="adj" fmla="val 10000"/>
            </a:avLst>
          </a:prstGeom>
          <a:solidFill>
            <a:srgbClr val="18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bazel build //platform/vs:sonic-vs-bin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2761488"/>
            <a:ext cx="2531287" cy="11887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0</a:t>
            </a:r>
            <a:r>
              <a:rPr sz="13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 errors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Build completed successfully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3119" y="2761488"/>
            <a:ext cx="2531287" cy="11887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1.74</a:t>
            </a:r>
            <a:r>
              <a:rPr sz="13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 GiB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sonic-vs.bin installer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6" y="2761488"/>
            <a:ext cx="2531287" cy="11887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21,652</a:t>
            </a:r>
            <a:r>
              <a:rPr sz="13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 actions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in the full dependency graph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1453" y="2761488"/>
            <a:ext cx="2531287" cy="11887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298</a:t>
            </a:r>
            <a:r>
              <a:rPr sz="13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 seconds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end to end, warm cache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4151376"/>
            <a:ext cx="10673791" cy="22494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500"/>
              </a:spcAft>
            </a:pPr>
            <a:r>
              <a:rPr sz="14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4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Not a partial artifact: </a:t>
            </a:r>
            <a:r>
              <a:rPr sz="14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27 container images, the squashfs rootfs, initramfs, the kernel and the installer wrapper are all inside — ready to install through ONIE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500"/>
              </a:spcAft>
            </a:pPr>
            <a:r>
              <a:rPr sz="14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4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All 29 rootfs layers are assembled declaratively: </a:t>
            </a:r>
            <a:r>
              <a:rPr sz="14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base / deb / wheel / passwd-group-shadow / pam / alternatives / systemd enable / kernel modules / rendered config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500"/>
              </a:spcAft>
            </a:pPr>
            <a:r>
              <a:rPr sz="14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4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The image set was derived from Make as ground truth: </a:t>
            </a:r>
            <a:r>
              <a:rPr sz="14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read from repositories.json inside dockerfs.tar.gz in target/sonic-vs.bin, matched one by one rather than guessed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0135" y="6382512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457200"/>
            <a:ext cx="10673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02 · Migration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749808"/>
            <a:ext cx="106737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261872"/>
            <a:ext cx="106737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Every number can be recomputed from the repository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627632"/>
            <a:ext cx="10673791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58952" y="1847088"/>
            <a:ext cx="3597907" cy="384048"/>
          </a:xfrm>
          <a:prstGeom prst="rect">
            <a:avLst/>
          </a:prstGeom>
          <a:solidFill>
            <a:srgbClr val="18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Dimension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56859" y="1847088"/>
            <a:ext cx="1559093" cy="384048"/>
          </a:xfrm>
          <a:prstGeom prst="rect">
            <a:avLst/>
          </a:prstGeom>
          <a:solidFill>
            <a:srgbClr val="18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Count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15952" y="1847088"/>
            <a:ext cx="5516790" cy="384048"/>
          </a:xfrm>
          <a:prstGeom prst="rect">
            <a:avLst/>
          </a:prstGeom>
          <a:solidFill>
            <a:srgbClr val="18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How it is counted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" y="2231136"/>
            <a:ext cx="3597907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BUILD.bazel files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6859" y="2231136"/>
            <a:ext cx="1559093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405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15952" y="2231136"/>
            <a:ext cx="551679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whole repo, excluding third-party and bazel-out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" y="2615184"/>
            <a:ext cx="3597907" cy="384048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Leaf modules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6859" y="2615184"/>
            <a:ext cx="1559093" cy="384048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41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15952" y="2615184"/>
            <a:ext cx="5516790" cy="384048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fully migrated at deb / wheel level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2999232"/>
            <a:ext cx="3597907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deb artifacts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56859" y="2999232"/>
            <a:ext cx="1559093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~49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15952" y="2999232"/>
            <a:ext cx="551679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including -dbgsym packages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" y="3383280"/>
            <a:ext cx="3597907" cy="384048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Python wheels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56859" y="3383280"/>
            <a:ext cx="1559093" cy="384048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27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15952" y="3383280"/>
            <a:ext cx="5516790" cy="384048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produced by py_wheel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" y="3767328"/>
            <a:ext cx="3597907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Container images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56859" y="3767328"/>
            <a:ext cx="1559093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15952" y="3767328"/>
            <a:ext cx="551679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24 under //dockers + 3 under //platform/vs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" y="4151376"/>
            <a:ext cx="3597907" cy="384048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rootfs layers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56859" y="4151376"/>
            <a:ext cx="1559093" cy="384048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15952" y="4151376"/>
            <a:ext cx="5516790" cy="384048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rootfs_layers in platform/vs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" y="4535424"/>
            <a:ext cx="3597907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Test targets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56859" y="4535424"/>
            <a:ext cx="1559093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203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15952" y="4535424"/>
            <a:ext cx="551679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sum of all *_test rule occurrences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" y="4919472"/>
            <a:ext cx="3597907" cy="384048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Rule library sonic_rules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56859" y="4919472"/>
            <a:ext cx="1559093" cy="384048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38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15952" y="4919472"/>
            <a:ext cx="5516790" cy="384048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rule directories, kept as a separate submodule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40135" y="6382512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457200"/>
            <a:ext cx="10673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02 · Migration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749808"/>
            <a:ext cx="106737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A four-layer build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261872"/>
            <a:ext cx="106737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The foundation is built once; every layer above follows the same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627632"/>
            <a:ext cx="10673791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58952" y="1901952"/>
            <a:ext cx="82296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1248" y="1901952"/>
            <a:ext cx="10591495" cy="10058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7568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Rule layer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Consolas"/>
                <a:ea typeface="Consolas"/>
                <a:cs typeface="Consolas"/>
              </a:rPr>
              <a:t>sonic_rules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3632" y="2103120"/>
            <a:ext cx="72447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sonic_deb / sonic_shared_library_versioned / hermetic GCC 14.3.0 with a pinned trixie sysroot / apt / oci / onie_installer / squashfs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3035808"/>
            <a:ext cx="82296" cy="1005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1248" y="3035808"/>
            <a:ext cx="10591495" cy="10058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209544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7C3AED"/>
                </a:solidFill>
                <a:latin typeface="Segoe UI"/>
                <a:ea typeface="Segoe UI"/>
                <a:cs typeface="Segoe UI"/>
              </a:rPr>
              <a:t>Leaf module layer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Consolas"/>
                <a:ea typeface="Consolas"/>
                <a:cs typeface="Consolas"/>
              </a:rPr>
              <a:t>src/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2" y="3236976"/>
            <a:ext cx="72447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deb and wheel targets. Each module carries its own migration note recording deltas from upstream and the pitfalls hit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4169664"/>
            <a:ext cx="82296" cy="10058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1248" y="4169664"/>
            <a:ext cx="10591495" cy="10058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34340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B45309"/>
                </a:solidFill>
                <a:latin typeface="Segoe UI"/>
                <a:ea typeface="Segoe UI"/>
                <a:cs typeface="Segoe UI"/>
              </a:rPr>
              <a:t>Container layer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Consolas"/>
                <a:ea typeface="Consolas"/>
                <a:cs typeface="Consolas"/>
              </a:rPr>
              <a:t>dockers/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2" y="4370832"/>
            <a:ext cx="72447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Dockerfile.j2 becomes oci_image; tar + mtree declare path / uid / gid / mode explicitly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" y="5303520"/>
            <a:ext cx="82296" cy="10058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41248" y="5303520"/>
            <a:ext cx="10591495" cy="10058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5477256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Image assembly layer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Consolas"/>
                <a:ea typeface="Consolas"/>
                <a:cs typeface="Consolas"/>
              </a:rPr>
              <a:t>platform/vs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13632" y="5504688"/>
            <a:ext cx="72447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sonic_onie_image: 29 rootfs layers + boot tree + initrd + installer → the .bin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40135" y="6382512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457200"/>
            <a:ext cx="10673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02 · Migration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749808"/>
            <a:ext cx="106737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Incrementality and caching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261872"/>
            <a:ext cx="106737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Where the actions of the last full-image build went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627632"/>
            <a:ext cx="10673791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1847088"/>
            <a:ext cx="2531287" cy="11887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1,049</a:t>
            </a:r>
            <a:r>
              <a:rPr sz="13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 actions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actually executed on this machine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3119" y="1847088"/>
            <a:ext cx="2531287" cy="11887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7,380</a:t>
            </a:r>
            <a:r>
              <a:rPr sz="13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 actions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local action cache hits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6" y="1847088"/>
            <a:ext cx="2531287" cy="11887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11,698</a:t>
            </a:r>
            <a:r>
              <a:rPr sz="13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 actions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remote cache hits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1453" y="1847088"/>
            <a:ext cx="2531287" cy="11887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95%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needed no re-execution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182112"/>
            <a:ext cx="106737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Disposition of all 21,652 actions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3547872"/>
            <a:ext cx="5739198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11,698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8150" y="3547872"/>
            <a:ext cx="3620728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7,380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18878" y="3547872"/>
            <a:ext cx="799209" cy="47548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18087" y="3547872"/>
            <a:ext cx="514653" cy="47548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4151376"/>
            <a:ext cx="106737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■ </a:t>
            </a:r>
            <a:r>
              <a:rPr sz="11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Remote cache hit 11,698      </a:t>
            </a:r>
            <a:r>
              <a:rPr sz="1150" b="1">
                <a:solidFill>
                  <a:srgbClr val="7C3AED"/>
                </a:solidFill>
                <a:latin typeface="Segoe UI"/>
                <a:ea typeface="Segoe UI"/>
                <a:cs typeface="Segoe UI"/>
              </a:rPr>
              <a:t>■ </a:t>
            </a:r>
            <a:r>
              <a:rPr sz="11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Local cache hit 7,380      </a:t>
            </a:r>
            <a:r>
              <a:rPr sz="1150" b="1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■ </a:t>
            </a:r>
            <a:r>
              <a:rPr sz="11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Internal 1,629      </a:t>
            </a:r>
            <a:r>
              <a:rPr sz="1150" b="1">
                <a:solidFill>
                  <a:srgbClr val="B45309"/>
                </a:solidFill>
                <a:latin typeface="Segoe UI"/>
                <a:ea typeface="Segoe UI"/>
                <a:cs typeface="Segoe UI"/>
              </a:rPr>
              <a:t>■ </a:t>
            </a:r>
            <a:r>
              <a:rPr sz="11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Executed 1,049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572000"/>
            <a:ext cx="10673791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4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The remote cache is shared across machines: </a:t>
            </a:r>
            <a:r>
              <a:rPr sz="14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an action already built elsewhere is fetched, not recompiled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4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298 seconds for a full image on a warm cache; </a:t>
            </a:r>
            <a:r>
              <a:rPr sz="14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a cold full build is on the order of 1.5 to 2 hours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4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The price is complete dependency declaration: </a:t>
            </a:r>
            <a:r>
              <a:rPr sz="14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miss one input and the cache key is wrong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40135" y="6382512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457200"/>
            <a:ext cx="10673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02 · Migration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749808"/>
            <a:ext cx="106737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How we know the migration is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261872"/>
            <a:ext cx="106737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Every artifact type has its own equivalence criterion — “it builds” is not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627632"/>
            <a:ext cx="10673791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58952" y="1847088"/>
            <a:ext cx="2348234" cy="384048"/>
          </a:xfrm>
          <a:prstGeom prst="rect">
            <a:avLst/>
          </a:prstGeom>
          <a:solidFill>
            <a:srgbClr val="18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Artifact 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7186" y="1847088"/>
            <a:ext cx="4589730" cy="384048"/>
          </a:xfrm>
          <a:prstGeom prst="rect">
            <a:avLst/>
          </a:prstGeom>
          <a:solidFill>
            <a:srgbClr val="18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How it is checked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696916" y="1847088"/>
            <a:ext cx="3735826" cy="384048"/>
          </a:xfrm>
          <a:prstGeom prst="rect">
            <a:avLst/>
          </a:prstGeom>
          <a:solidFill>
            <a:srgbClr val="18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Criterion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" y="2231136"/>
            <a:ext cx="234823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deb / wheel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7186" y="2231136"/>
            <a:ext cx="458973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dpkg-deb metadata plus file listing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96916" y="2231136"/>
            <a:ext cx="373582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count and names match one to 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" y="2651760"/>
            <a:ext cx="2348234" cy="420624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Shared libraries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7186" y="2651760"/>
            <a:ext cx="4589730" cy="420624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objdump -T dynamic symbol 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916" y="2651760"/>
            <a:ext cx="3735826" cy="420624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exported symbol sets match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3072384"/>
            <a:ext cx="234823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Container images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7186" y="3072384"/>
            <a:ext cx="458973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path / content / uid / gid / mode, item by item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96916" y="3072384"/>
            <a:ext cx="373582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start it: every daemon reaches RUNNING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" y="3493008"/>
            <a:ext cx="2348234" cy="420624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Command behaviour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7186" y="3493008"/>
            <a:ext cx="4589730" cy="420624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in-house cmd_diff_test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96916" y="3493008"/>
            <a:ext cx="3735826" cy="420624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byte-identical to the Make side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" y="3913632"/>
            <a:ext cx="234823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Unit tests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7186" y="3913632"/>
            <a:ext cx="458973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count of [ OK ] lines in the log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96916" y="3913632"/>
            <a:ext cx="373582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matches TEST macro count, none skipped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" y="4572000"/>
            <a:ext cx="10673791" cy="1335024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54864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45309"/>
                </a:solidFill>
                <a:latin typeface="Segoe UI"/>
                <a:ea typeface="Segoe UI"/>
                <a:cs typeface="Segoe UI"/>
              </a:rPr>
              <a:t>Two remaining diffs, both judged irreducible (documented, no further work)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1. libstdc++ template instantiation symbol sets differ — a prebuilt GCC against Debian’s patched GCC; the root cause sits in the toolchain itself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2. Bazel propagated more DT_NEEDED entries than Make — narrowed with -Wl,--as-needed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40135" y="6382512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457200"/>
            <a:ext cx="10673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03 · Leaf component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749808"/>
            <a:ext cx="106737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Analyse the Make side first, then pick the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261872"/>
            <a:ext cx="106737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The path comes from a decision table, not from intuition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627632"/>
            <a:ext cx="10673791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1847088"/>
            <a:ext cx="1550365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Read rules/&lt;pkg&gt;.mk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09317" y="2066544"/>
            <a:ext cx="274320" cy="164592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583637" y="1847088"/>
            <a:ext cx="1550365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Read src/&lt;pkg&gt;/Makefile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4002" y="2066544"/>
            <a:ext cx="274320" cy="164592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08322" y="1847088"/>
            <a:ext cx="1550365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Check debian/ + patch/series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58687" y="2066544"/>
            <a:ext cx="274320" cy="164592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33007" y="1847088"/>
            <a:ext cx="1550365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Pick path A/B/C/D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83372" y="2066544"/>
            <a:ext cx="274320" cy="164592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57692" y="1847088"/>
            <a:ext cx="1550365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MODULE + BUILD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608057" y="2066544"/>
            <a:ext cx="274320" cy="164592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882377" y="1847088"/>
            <a:ext cx="1550365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Verify with elfcompare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" y="2670048"/>
            <a:ext cx="3522351" cy="384048"/>
          </a:xfrm>
          <a:prstGeom prst="rect">
            <a:avLst/>
          </a:prstGeom>
          <a:solidFill>
            <a:srgbClr val="18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Shape on the Make side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81303" y="2670048"/>
            <a:ext cx="2241496" cy="384048"/>
          </a:xfrm>
          <a:prstGeom prst="rect">
            <a:avLst/>
          </a:prstGeom>
          <a:solidFill>
            <a:srgbClr val="18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Bazel path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22799" y="2670048"/>
            <a:ext cx="4909943" cy="384048"/>
          </a:xfrm>
          <a:prstGeom prst="rect">
            <a:avLst/>
          </a:prstGeom>
          <a:solidFill>
            <a:srgbClr val="18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Core rules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" y="3054096"/>
            <a:ext cx="352235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No patches, same version in apt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81303" y="3054096"/>
            <a:ext cx="224149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A · Repack from apt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22799" y="3054096"/>
            <a:ext cx="490994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apt.install() + sonic_deb(data=...)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" y="3511296"/>
            <a:ext cx="3522351" cy="45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Built from source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81303" y="3511296"/>
            <a:ext cx="2241496" cy="45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B · Build from source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22799" y="3511296"/>
            <a:ext cx="4909943" cy="45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cc_library + sonic_shared_library_versioned + sonic_deb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" y="3968496"/>
            <a:ext cx="352235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Pure data, nothing compiled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81303" y="3968496"/>
            <a:ext cx="224149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C · Data packaging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22799" y="3968496"/>
            <a:ext cx="490994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sonic_deb(content={...}) + filegroup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" y="4425696"/>
            <a:ext cx="3522351" cy="45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SONIC_PYTHON_WHEELS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81303" y="4425696"/>
            <a:ext cx="2241496" cy="45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D · py_wheel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22799" y="4425696"/>
            <a:ext cx="4909943" cy="45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py_library + py_wheel + tar(mtree=)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5925312"/>
            <a:ext cx="106737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Precondition: </a:t>
            </a:r>
            <a:r>
              <a:rPr sz="140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if _DEPENDS in rules/&lt;pkg&gt;.mk lists other SONiC packages, the package is not a leaf — migrate its dependencies first.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40135" y="6382512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457200"/>
            <a:ext cx="10673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03 · Leaf component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749808"/>
            <a:ext cx="106737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skill: bazel-migrate-leaf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261872"/>
            <a:ext cx="106737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The method turned into repeatable steps — one action and one criterion 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627632"/>
            <a:ext cx="10673791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1828800"/>
            <a:ext cx="1289695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Analyse Make side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48647" y="2029968"/>
            <a:ext cx="274320" cy="164592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322967" y="1828800"/>
            <a:ext cx="1289695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Pick path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12662" y="2029968"/>
            <a:ext cx="274320" cy="164592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886982" y="1828800"/>
            <a:ext cx="1289695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Apply patches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176677" y="2029968"/>
            <a:ext cx="274320" cy="164592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50997" y="1828800"/>
            <a:ext cx="1289695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Write MODULE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740692" y="2029968"/>
            <a:ext cx="274320" cy="164592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015012" y="1828800"/>
            <a:ext cx="1289695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Write BUILD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304707" y="2029968"/>
            <a:ext cx="274320" cy="164592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579027" y="1828800"/>
            <a:ext cx="1289695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Register in root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868722" y="2029968"/>
            <a:ext cx="274320" cy="164592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143042" y="1828800"/>
            <a:ext cx="1289695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Build &amp; 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578608"/>
            <a:ext cx="5199735" cy="3913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1  </a:t>
            </a:r>
            <a:r>
              <a:rPr sz="12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Analyse how the Make side builds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read rules/&lt;pkg&gt;.mk and src/&lt;pkg&gt;/Makefile; SONiC packages in _DEPENDS mean it is not a leaf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2  </a:t>
            </a:r>
            <a:r>
              <a:rPr sz="12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Pick one of four paths from the decision table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A repack from apt / B build from source / C pure data / D py_wheel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3  </a:t>
            </a:r>
            <a:r>
              <a:rPr sz="12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Apply every patch in series, one by one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check both the external and the in-tree directory, and judge what each patch actually changes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4  </a:t>
            </a:r>
            <a:r>
              <a:rPr sz="12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Write src/&lt;pkg&gt;/MODULE.bazel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declare the module and pull rule sets in through bazel_dep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2578608"/>
            <a:ext cx="5199735" cy="3913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5  </a:t>
            </a:r>
            <a:r>
              <a:rPr sz="12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Write BUILD.bazel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the build rules plus sonic_deb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6  </a:t>
            </a:r>
            <a:r>
              <a:rPr sz="12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Register it in the root MODULE.bazel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so the full-image build can see the module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7  </a:t>
            </a:r>
            <a:r>
              <a:rPr sz="12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Build and verify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artifact count and names must match Make one to one, then elfcompare confirms semantic equivalence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40135" y="6382512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457200"/>
            <a:ext cx="10673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04 · Container image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749808"/>
            <a:ext cx="106737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A Dockerfile is not a script, it is a set of declarations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261872"/>
            <a:ext cx="106737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Map every instruction to a rule; side effects must be rebuilt explicitly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627632"/>
            <a:ext cx="10673791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1847088"/>
            <a:ext cx="5154015" cy="208483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bIns="54864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Instruction mapping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8202F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3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  →  </a:t>
            </a:r>
            <a:r>
              <a:rPr sz="1300" b="0">
                <a:solidFill>
                  <a:srgbClr val="6B7280"/>
                </a:solidFill>
                <a:latin typeface="Consolas"/>
                <a:ea typeface="Consolas"/>
                <a:cs typeface="Consolas"/>
              </a:rPr>
              <a:t>oci_image(base=...)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8202F"/>
                </a:solidFill>
                <a:latin typeface="Consolas"/>
                <a:ea typeface="Consolas"/>
                <a:cs typeface="Consolas"/>
              </a:rPr>
              <a:t>RUN apt-get install</a:t>
            </a:r>
            <a:r>
              <a:rPr sz="13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  →  </a:t>
            </a:r>
            <a:r>
              <a:rPr sz="1300" b="0">
                <a:solidFill>
                  <a:srgbClr val="6B7280"/>
                </a:solidFill>
                <a:latin typeface="Consolas"/>
                <a:ea typeface="Consolas"/>
                <a:cs typeface="Consolas"/>
              </a:rPr>
              <a:t>apt.install() + tar layer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8202F"/>
                </a:solidFill>
                <a:latin typeface="Consolas"/>
                <a:ea typeface="Consolas"/>
                <a:cs typeface="Consolas"/>
              </a:rPr>
              <a:t>COPY / ADD</a:t>
            </a:r>
            <a:r>
              <a:rPr sz="13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  →  </a:t>
            </a:r>
            <a:r>
              <a:rPr sz="1300" b="0">
                <a:solidFill>
                  <a:srgbClr val="6B7280"/>
                </a:solidFill>
                <a:latin typeface="Consolas"/>
                <a:ea typeface="Consolas"/>
                <a:cs typeface="Consolas"/>
              </a:rPr>
              <a:t>tar(mtree=), explicit path/uid/gid/mode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8202F"/>
                </a:solidFill>
                <a:latin typeface="Consolas"/>
                <a:ea typeface="Consolas"/>
                <a:cs typeface="Consolas"/>
              </a:rPr>
              <a:t>ENTRYPOINT / ENV</a:t>
            </a:r>
            <a:r>
              <a:rPr sz="13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  →  </a:t>
            </a:r>
            <a:r>
              <a:rPr sz="1300" b="0">
                <a:solidFill>
                  <a:srgbClr val="6B7280"/>
                </a:solidFill>
                <a:latin typeface="Consolas"/>
                <a:ea typeface="Consolas"/>
                <a:cs typeface="Consolas"/>
              </a:rPr>
              <a:t>oci_image attributes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47088"/>
            <a:ext cx="5154015" cy="2212848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bIns="54864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B45309"/>
                </a:solidFill>
                <a:latin typeface="Segoe UI"/>
                <a:ea typeface="Segoe UI"/>
                <a:cs typeface="Segoe UI"/>
              </a:rPr>
              <a:t>The easiest thing to get wrong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Nothing ever runs a maintainer script while tar layers are laid down.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Users, groups and setgid bits that dpkg created via postinst on the Make side must be rebuilt declaratively here — miss one and the container starts, but the daemon fails.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4224528"/>
            <a:ext cx="1550365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45309"/>
                </a:solidFill>
                <a:latin typeface="Segoe UI"/>
                <a:ea typeface="Segoe UI"/>
                <a:cs typeface="Segoe UI"/>
              </a:rPr>
              <a:t>Collect mk inputs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09317" y="4443984"/>
            <a:ext cx="274320" cy="164592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583637" y="4224528"/>
            <a:ext cx="1550365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45309"/>
                </a:solidFill>
                <a:latin typeface="Segoe UI"/>
                <a:ea typeface="Segoe UI"/>
                <a:cs typeface="Segoe UI"/>
              </a:rPr>
              <a:t>Map Dockerfile commands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34002" y="4443984"/>
            <a:ext cx="274320" cy="164592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08322" y="4224528"/>
            <a:ext cx="1550365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45309"/>
                </a:solidFill>
                <a:latin typeface="Segoe UI"/>
                <a:ea typeface="Segoe UI"/>
                <a:cs typeface="Segoe UI"/>
              </a:rPr>
              <a:t>Write tar + mtree layer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58687" y="4443984"/>
            <a:ext cx="274320" cy="164592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33007" y="4224528"/>
            <a:ext cx="1550365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45309"/>
                </a:solidFill>
                <a:latin typeface="Segoe UI"/>
                <a:ea typeface="Segoe UI"/>
                <a:cs typeface="Segoe UI"/>
              </a:rPr>
              <a:t>Read every postinst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783372" y="4443984"/>
            <a:ext cx="274320" cy="164592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57692" y="4224528"/>
            <a:ext cx="1550365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45309"/>
                </a:solidFill>
                <a:latin typeface="Segoe UI"/>
                <a:ea typeface="Segoe UI"/>
                <a:cs typeface="Segoe UI"/>
              </a:rPr>
              <a:t>Assemble oci_image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608057" y="4443984"/>
            <a:ext cx="274320" cy="164592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882377" y="4224528"/>
            <a:ext cx="1550365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45309"/>
                </a:solidFill>
                <a:latin typeface="Segoe UI"/>
                <a:ea typeface="Segoe UI"/>
                <a:cs typeface="Segoe UI"/>
              </a:rPr>
              <a:t>Compare, then run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5047488"/>
            <a:ext cx="106737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45309"/>
                </a:solidFill>
                <a:latin typeface="Segoe UI"/>
                <a:ea typeface="Segoe UI"/>
                <a:cs typeface="Segoe UI"/>
              </a:rPr>
              <a:t>Acceptance: </a:t>
            </a:r>
            <a:r>
              <a:rPr sz="140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compare paths, file contents and permissions (uid / gid / mode) against the Make image item by item, then actually start the container and confirm every daemon reaches RUNNING.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40135" y="6382512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457200"/>
            <a:ext cx="10673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04 · Container image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749808"/>
            <a:ext cx="106737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skill: bazel-migrate-image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261872"/>
            <a:ext cx="106737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All 27 images went through the same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627632"/>
            <a:ext cx="10673791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883664"/>
            <a:ext cx="5199735" cy="4608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1  </a:t>
            </a:r>
            <a:r>
              <a:rPr sz="12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Collect the inputs on the Make side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rules/docker-&lt;name&gt;.mk: which deb and wheel go in, what the parent image is; then read Dockerfile.j2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2  </a:t>
            </a:r>
            <a:r>
              <a:rPr sz="12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Map each Dockerfile command to a Bazel rule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FROM / RUN / COPY / ENTRYPOINT each have a counterpart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3  </a:t>
            </a:r>
            <a:r>
              <a:rPr sz="12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Write the files layer with tar + mtree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path / uid / gid / mode / type all explicit, never left to defaults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883664"/>
            <a:ext cx="5199735" cy="4608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4  </a:t>
            </a:r>
            <a:r>
              <a:rPr sz="12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Read every postinst and rebuild dpkg’s side effects declaratively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users, groups, setgid bits … no maintainer script runs while tar layers are laid down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5  </a:t>
            </a:r>
            <a:r>
              <a:rPr sz="12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Assemble oci_image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base= corresponds to FROM; declare entrypoint / env / tars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6  </a:t>
            </a:r>
            <a:r>
              <a:rPr sz="12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Compare against the Make image item by item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paths, contents and permissions, then start the container and confirm every daemon is RUNNING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0135" y="6382512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457200"/>
            <a:ext cx="10673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05 · Unit test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749808"/>
            <a:ext cx="106737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Running unit tests inside the Bazel sandbox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261872"/>
            <a:ext cx="106737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The sandbox is empty — that is both the value and the whole difficulty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627632"/>
            <a:ext cx="10673791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1847088"/>
            <a:ext cx="1988454" cy="11887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84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cc_test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30286" y="1847088"/>
            <a:ext cx="1988454" cy="11887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37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go_test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01620" y="1847088"/>
            <a:ext cx="1988454" cy="11887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22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py_test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2954" y="1847088"/>
            <a:ext cx="1988454" cy="11887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19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sonic_cc_gtest_test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44288" y="1847088"/>
            <a:ext cx="1988454" cy="11887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41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sh_test and others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200400"/>
            <a:ext cx="10673791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500"/>
              </a:spcAft>
            </a:pPr>
            <a:r>
              <a:rPr sz="14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4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The sandbox contains nothing: </a:t>
            </a:r>
            <a:r>
              <a:rPr sz="14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every library, config and data file has to be declared; the Make side worked because the host happened to have them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500"/>
              </a:spcAft>
            </a:pPr>
            <a:r>
              <a:rPr sz="14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4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Tests that need an external service get a start-up script: </a:t>
            </a:r>
            <a:r>
              <a:rPr sz="14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redis, for example — and it must shut itself down, since leftover processes poison later tests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500"/>
              </a:spcAft>
            </a:pPr>
            <a:r>
              <a:rPr sz="14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4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Acceptance is not “it went green”, it is the count: </a:t>
            </a:r>
            <a:r>
              <a:rPr sz="14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print the full test log, count the [ OK ] lines, match that against the number of TEST macros, and confirm nothing was skipped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500"/>
              </a:spcAft>
            </a:pPr>
            <a:r>
              <a:rPr sz="14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4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cmd_diff_test is an in-house rule: </a:t>
            </a:r>
            <a:r>
              <a:rPr sz="14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it diffs Bazel-side command output against the Make side byte for byte to lock behaviour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0135" y="6382512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457200"/>
            <a:ext cx="10673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05 · Unit test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749808"/>
            <a:ext cx="106737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skill: bazel-migrate-ut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261872"/>
            <a:ext cx="106737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Five steps; the criterion is matching test-case counts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627632"/>
            <a:ext cx="10673791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1847088"/>
            <a:ext cx="191530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List every test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74254" y="2084832"/>
            <a:ext cx="274320" cy="164592"/>
          </a:xfrm>
          <a:prstGeom prst="rightArrow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48574" y="1847088"/>
            <a:ext cx="191530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Declare build targets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63876" y="2084832"/>
            <a:ext cx="274320" cy="164592"/>
          </a:xfrm>
          <a:prstGeom prst="rightArrow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38196" y="1847088"/>
            <a:ext cx="191530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Declare runtime deps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53498" y="2084832"/>
            <a:ext cx="274320" cy="164592"/>
          </a:xfrm>
          <a:prstGeom prst="rightArrow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27818" y="1847088"/>
            <a:ext cx="191530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Start external services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243120" y="2084832"/>
            <a:ext cx="274320" cy="164592"/>
          </a:xfrm>
          <a:prstGeom prst="rightArrow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517440" y="1847088"/>
            <a:ext cx="191530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Count the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761488"/>
            <a:ext cx="5199735" cy="3730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1  </a:t>
            </a:r>
            <a:r>
              <a:rPr sz="12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List every test on the Make side first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how many test binaries there are, and which sources each one uses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2  </a:t>
            </a:r>
            <a:r>
              <a:rPr sz="12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Declare the test binaries as build targets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make them build first; worry about running them afterwards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3  </a:t>
            </a:r>
            <a:r>
              <a:rPr sz="12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Declare everything needed at runtime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the sandbox is empty: libraries, configs and data files must all be declared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7" y="2761488"/>
            <a:ext cx="5199735" cy="3730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4  </a:t>
            </a:r>
            <a:r>
              <a:rPr sz="12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Add a start-up script for external services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redis, for example — and it must shut down afterwards, or leftovers affect later tests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5  </a:t>
            </a:r>
            <a:r>
              <a:rPr sz="125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Verify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12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print the full log, match the [ OK ] count against the TEST macro count, and confirm no case was skipped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40135" y="6382512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457200"/>
            <a:ext cx="10673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06 ·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749808"/>
            <a:ext cx="106737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1207008"/>
            <a:ext cx="10673791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58952" y="1408176"/>
            <a:ext cx="10673791" cy="713232"/>
          </a:xfrm>
          <a:prstGeom prst="roundRect">
            <a:avLst>
              <a:gd name="adj" fmla="val 1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The full-image build is closed: one command produces an installable sonic-vs.bin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2304288"/>
            <a:ext cx="82296" cy="9692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1248" y="2304288"/>
            <a:ext cx="10591495" cy="9692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542032"/>
            <a:ext cx="15544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Segoe UI"/>
                <a:ea typeface="Segoe UI"/>
                <a:cs typeface="Segoe UI"/>
              </a:rPr>
              <a:t>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70632" y="2468880"/>
            <a:ext cx="838779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41 leaf modules · 27 container images · 29 rootfs layers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203 test targets · 405 BUILD.bazel files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3392424"/>
            <a:ext cx="82296" cy="9692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1248" y="3392424"/>
            <a:ext cx="10591495" cy="9692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630168"/>
            <a:ext cx="15544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C3AED"/>
                </a:solidFill>
                <a:latin typeface="Segoe UI"/>
                <a:ea typeface="Segoe UI"/>
                <a:cs typeface="Segoe UI"/>
              </a:rPr>
              <a:t>Verifiable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2" y="3557016"/>
            <a:ext cx="838779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Every artifact type has an equivalence criterion: dpkg-deb listings, objdump -T,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per-item image comparison, byte-exact cmd_diff_test. Two remaining diffs, both explained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4480560"/>
            <a:ext cx="82296" cy="96926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1248" y="4480560"/>
            <a:ext cx="10591495" cy="9692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718304"/>
            <a:ext cx="15544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Reusable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4645152"/>
            <a:ext cx="838779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Three skills capture the method: bazel-migrate-leaf / -image / -ut,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one action and one criterion per step, applied to any new module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" y="5568696"/>
            <a:ext cx="82296" cy="9692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41248" y="5568696"/>
            <a:ext cx="10591495" cy="9692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5806440"/>
            <a:ext cx="15544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45309"/>
                </a:solidFill>
                <a:latin typeface="Segoe UI"/>
                <a:ea typeface="Segoe UI"/>
                <a:cs typeface="Segoe UI"/>
              </a:rPr>
              <a:t>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0632" y="5733288"/>
            <a:ext cx="838779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Full-image builds for the remaining hardware platforms (the common parts are already covered by rules)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aarch64 image · refresh the migration inventory · remove the local override in the rule library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40135" y="6382512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2834640"/>
            <a:ext cx="10673791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dirty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Thank </a:t>
            </a:r>
            <a:r>
              <a:rPr lang="en-US" altLang="zh-CN" sz="4400" b="1" dirty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Y</a:t>
            </a:r>
            <a:r>
              <a:rPr sz="4400" b="1" dirty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ou</a:t>
            </a:r>
            <a:r>
              <a:rPr lang="zh-CN" altLang="en-US" sz="4400" b="1" dirty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altLang="zh-CN" sz="4400" b="1" dirty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for</a:t>
            </a:r>
            <a:r>
              <a:rPr lang="zh-CN" altLang="en-US" sz="4400" b="1" dirty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altLang="zh-CN" sz="4400" b="1" dirty="0">
                <a:solidFill>
                  <a:srgbClr val="18202F"/>
                </a:solidFill>
                <a:latin typeface="Segoe UI"/>
                <a:ea typeface="Segoe UI"/>
                <a:cs typeface="Segoe UI"/>
              </a:rPr>
              <a:t>Listening</a:t>
            </a:r>
            <a:endParaRPr sz="4400" b="1" dirty="0">
              <a:solidFill>
                <a:srgbClr val="18202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58952" y="3931920"/>
            <a:ext cx="1828800" cy="330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2153</Words>
  <Application>Microsoft Macintosh PowerPoint</Application>
  <PresentationFormat>宽屏</PresentationFormat>
  <Paragraphs>288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2026-09-02T09:12:01Z</dcterms:modified>
  <cp:category/>
</cp:coreProperties>
</file>